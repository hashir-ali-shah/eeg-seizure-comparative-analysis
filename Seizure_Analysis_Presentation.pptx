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EEG Seizure Comparative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Generalization Study and Imbalance Handling</a:t>
            </a:r>
          </a:p>
          <a:p>
            <a:r>
              <a:t>Semester Major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Justification</a:t>
            </a:r>
          </a:p>
        </p:txBody>
      </p:sp>
      <p:pic>
        <p:nvPicPr>
          <p:cNvPr id="3" name="Picture 2" descr="dataset_jus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Comparison</a:t>
            </a:r>
          </a:p>
        </p:txBody>
      </p:sp>
      <p:pic>
        <p:nvPicPr>
          <p:cNvPr id="3" name="Picture 2" descr="pipeline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Analysis</a:t>
            </a:r>
          </a:p>
        </p:txBody>
      </p:sp>
      <p:pic>
        <p:nvPicPr>
          <p:cNvPr id="3" name="Picture 2" descr="Epileptic_Seizure_Recognition_LC_Ov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959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 Analysis</a:t>
            </a:r>
          </a:p>
        </p:txBody>
      </p:sp>
      <p:pic>
        <p:nvPicPr>
          <p:cNvPr id="3" name="Picture 2" descr="Epileptic_Seizure_Recognition_LC_Under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1959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Imbalance Handling (SMOTE)</a:t>
            </a:r>
          </a:p>
        </p:txBody>
      </p:sp>
      <p:pic>
        <p:nvPicPr>
          <p:cNvPr id="3" name="Picture 2" descr="EEG Seizure Analysis Dataset_imbalance_pr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F1-Score Summary</a:t>
            </a:r>
          </a:p>
        </p:txBody>
      </p:sp>
      <p:pic>
        <p:nvPicPr>
          <p:cNvPr id="3" name="Picture 2" descr="final_comparativ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